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stopped fine-tuning the </a:t>
            </a:r>
            <a:pPr indent="0" marL="0">
              <a:buNone/>
            </a:pPr>
            <a:r>
              <a:rPr lang="en-US" sz="36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started fine-tuning the </a:t>
            </a:r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5349240" cy="3703320"/>
          </a:xfrm>
          <a:prstGeom prst="rect">
            <a:avLst/>
          </a:prstGeom>
          <a:solidFill>
            <a:srgbClr val="111A2E"/>
          </a:solidFill>
          <a:ln w="9525">
            <a:solidFill>
              <a:srgbClr val="2433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468880"/>
            <a:ext cx="73152" cy="3703320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7889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761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32461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 base LLM on ObjectScript</a:t>
            </a:r>
            <a:endParaRPr lang="en-US" sz="2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20624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41605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corpora, train, eval, repeat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6344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46177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the moment IRIS ships an update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12064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50749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the user's actual codebase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577840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80160" y="55321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APIs, broken compiles</a:t>
            </a:r>
            <a:endParaRPr lang="en-US" sz="13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4091940"/>
            <a:ext cx="457200" cy="45720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6537960" y="2468880"/>
            <a:ext cx="5349240" cy="3703320"/>
          </a:xfrm>
          <a:prstGeom prst="rect">
            <a:avLst/>
          </a:prstGeom>
          <a:solidFill>
            <a:srgbClr val="1B2742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6537960" y="2468880"/>
            <a:ext cx="73152" cy="370332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788920"/>
            <a:ext cx="411480" cy="4114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406640" y="2761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iris-dev</a:t>
            </a:r>
            <a:endParaRPr lang="en-US" sz="1100" dirty="0"/>
          </a:p>
        </p:txBody>
      </p:sp>
      <p:sp>
        <p:nvSpPr>
          <p:cNvPr id="22" name="Text 13"/>
          <p:cNvSpPr/>
          <p:nvPr/>
        </p:nvSpPr>
        <p:spPr>
          <a:xfrm>
            <a:off x="6858000" y="32461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the agent — skills + tools + live IRIS</a:t>
            </a:r>
            <a:endParaRPr lang="en-US" sz="20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4206240"/>
            <a:ext cx="228600" cy="2286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269480" y="41605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frontier model, no retraining</a:t>
            </a:r>
            <a:endParaRPr lang="en-US" sz="13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3720" y="4663440"/>
            <a:ext cx="228600" cy="22860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269480" y="46177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talk to a live IRIS via MCP</a:t>
            </a:r>
            <a:endParaRPr lang="en-US" sz="13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3720" y="5120640"/>
            <a:ext cx="228600" cy="22860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7269480" y="50749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encode ObjectScript know-how</a:t>
            </a:r>
            <a:endParaRPr lang="en-US" sz="130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03720" y="5577840"/>
            <a:ext cx="228600" cy="228600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7269480" y="55321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Compile, test, debug — actually grounded</a:t>
            </a:r>
            <a:endParaRPr lang="en-US" sz="1300" dirty="0"/>
          </a:p>
        </p:txBody>
      </p:sp>
      <p:sp>
        <p:nvSpPr>
          <p:cNvPr id="31" name="Text 18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iris-dev  ·  Early Access  ·  github.com/intersystems-community/iris-dev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iris-dev</a:t>
            </a:r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single binary that connects any AI assistant to a live IRIS.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874520"/>
            <a:ext cx="3108960" cy="1097280"/>
          </a:xfrm>
          <a:prstGeom prst="rect">
            <a:avLst/>
          </a:prstGeom>
          <a:solidFill>
            <a:srgbClr val="111A2E"/>
          </a:solidFill>
          <a:ln w="12700">
            <a:solidFill>
              <a:srgbClr val="2433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6712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20756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28800" y="24414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· Claude Code · Cursor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26280" y="1874520"/>
            <a:ext cx="3108960" cy="1097280"/>
          </a:xfrm>
          <a:prstGeom prst="rect">
            <a:avLst/>
          </a:prstGeom>
          <a:solidFill>
            <a:srgbClr val="111A2E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167128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20756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iris-dev (MCP)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40680" y="24414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tools + skills + KB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138160" y="1874520"/>
            <a:ext cx="3108960" cy="1097280"/>
          </a:xfrm>
          <a:prstGeom prst="rect">
            <a:avLst/>
          </a:prstGeom>
          <a:solidFill>
            <a:srgbClr val="111A2E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167128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52560" y="20756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IRIS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9052560" y="24414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· query · test · debug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023360" y="2423160"/>
            <a:ext cx="5029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7635240" y="2423160"/>
            <a:ext cx="5029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342900" y="3291840"/>
            <a:ext cx="3703320" cy="1417320"/>
          </a:xfrm>
          <a:prstGeom prst="rect">
            <a:avLst/>
          </a:prstGeom>
          <a:solidFill>
            <a:srgbClr val="111A2E"/>
          </a:solidFill>
          <a:ln w="6350">
            <a:solidFill>
              <a:srgbClr val="24335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42900" y="3291840"/>
            <a:ext cx="54864" cy="141732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" y="354787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20140" y="3520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&amp; Execute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17220" y="40050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iris_compile · iris_execute · iris_query · iris_test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229100" y="3291840"/>
            <a:ext cx="3703320" cy="1417320"/>
          </a:xfrm>
          <a:prstGeom prst="rect">
            <a:avLst/>
          </a:prstGeom>
          <a:solidFill>
            <a:srgbClr val="111A2E"/>
          </a:solidFill>
          <a:ln w="6350">
            <a:solidFill>
              <a:srgbClr val="24335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229100" y="3291840"/>
            <a:ext cx="54864" cy="141732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3420" y="3547872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006340" y="3520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Introspect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503420" y="40050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iris_search · iris_symbols · iris_introspect · iris_macro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115300" y="3291840"/>
            <a:ext cx="3703320" cy="1417320"/>
          </a:xfrm>
          <a:prstGeom prst="rect">
            <a:avLst/>
          </a:prstGeom>
          <a:solidFill>
            <a:srgbClr val="111A2E"/>
          </a:solidFill>
          <a:ln w="6350">
            <a:solidFill>
              <a:srgbClr val="243355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115300" y="3291840"/>
            <a:ext cx="54864" cy="141732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620" y="3547872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892540" y="3520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&amp; Document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8389620" y="40050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iris_debug · iris_doc · iris_info · interop_query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342900" y="4892040"/>
            <a:ext cx="3703320" cy="1417320"/>
          </a:xfrm>
          <a:prstGeom prst="rect">
            <a:avLst/>
          </a:prstGeom>
          <a:solidFill>
            <a:srgbClr val="111A2E"/>
          </a:solidFill>
          <a:ln w="6350">
            <a:solidFill>
              <a:srgbClr val="243355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342900" y="4892040"/>
            <a:ext cx="54864" cy="141732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" y="5148072"/>
            <a:ext cx="365760" cy="36576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120140" y="5120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library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617220" y="56052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ObjectScript patterns, repairs, TDD, guardrails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4229100" y="4892040"/>
            <a:ext cx="3703320" cy="1417320"/>
          </a:xfrm>
          <a:prstGeom prst="rect">
            <a:avLst/>
          </a:prstGeom>
          <a:solidFill>
            <a:srgbClr val="111A2E"/>
          </a:solidFill>
          <a:ln w="6350">
            <a:solidFill>
              <a:srgbClr val="243355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4229100" y="4892040"/>
            <a:ext cx="54864" cy="141732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3420" y="5148072"/>
            <a:ext cx="365760" cy="36576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006340" y="5120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</a:t>
            </a:r>
            <a:endParaRPr lang="en-US" sz="1300" dirty="0"/>
          </a:p>
        </p:txBody>
      </p:sp>
      <p:sp>
        <p:nvSpPr>
          <p:cNvPr id="42" name="Text 32"/>
          <p:cNvSpPr/>
          <p:nvPr/>
        </p:nvSpPr>
        <p:spPr>
          <a:xfrm>
            <a:off x="4503420" y="56052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checkout via chat — no popups blocking the agent</a:t>
            </a:r>
            <a:endParaRPr lang="en-US" sz="1050" dirty="0"/>
          </a:p>
        </p:txBody>
      </p:sp>
      <p:sp>
        <p:nvSpPr>
          <p:cNvPr id="43" name="Shape 33"/>
          <p:cNvSpPr/>
          <p:nvPr/>
        </p:nvSpPr>
        <p:spPr>
          <a:xfrm>
            <a:off x="8115300" y="4892040"/>
            <a:ext cx="3703320" cy="1417320"/>
          </a:xfrm>
          <a:prstGeom prst="rect">
            <a:avLst/>
          </a:prstGeom>
          <a:solidFill>
            <a:srgbClr val="111A2E"/>
          </a:solidFill>
          <a:ln w="6350">
            <a:solidFill>
              <a:srgbClr val="243355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8115300" y="4892040"/>
            <a:ext cx="54864" cy="141732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9620" y="5148072"/>
            <a:ext cx="365760" cy="36576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8892540" y="5120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&amp; Interop</a:t>
            </a:r>
            <a:endParaRPr lang="en-US" sz="1300" dirty="0"/>
          </a:p>
        </p:txBody>
      </p:sp>
      <p:sp>
        <p:nvSpPr>
          <p:cNvPr id="47" name="Text 36"/>
          <p:cNvSpPr/>
          <p:nvPr/>
        </p:nvSpPr>
        <p:spPr>
          <a:xfrm>
            <a:off x="8389620" y="56052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iris_containers · interop_production lifecycle</a:t>
            </a:r>
            <a:endParaRPr lang="en-US" sz="1050" dirty="0"/>
          </a:p>
        </p:txBody>
      </p:sp>
      <p:sp>
        <p:nvSpPr>
          <p:cNvPr id="48" name="Text 37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Python. No pip. No npm. No API keys. 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binary, an MCP connection, and a live IRIS.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iris-dev overview</dc:title>
  <dc:subject>PptxGenJS Presentation</dc:subject>
  <dc:creator>InterSystems</dc:creator>
  <cp:lastModifiedBy>InterSystems</cp:lastModifiedBy>
  <cp:revision>1</cp:revision>
  <dcterms:created xsi:type="dcterms:W3CDTF">2026-04-29T20:16:48Z</dcterms:created>
  <dcterms:modified xsi:type="dcterms:W3CDTF">2026-04-29T20:16:48Z</dcterms:modified>
</cp:coreProperties>
</file>